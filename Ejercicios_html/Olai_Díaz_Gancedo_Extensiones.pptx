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323B4-1FBE-6F95-4A2B-A9A2A8E95015}" v="328" dt="2025-11-07T09:17:26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i Díaz Gancedo" userId="S::olaidg36@educastur.es::6a8d6163-bf0d-48bb-af51-4a0d9ec8e352" providerId="AD" clId="Web-{7D1A9B95-D120-BF3A-9748-957B1C843913}"/>
    <pc:docChg chg="addSld modSld">
      <pc:chgData name="Olai Díaz Gancedo" userId="S::olaidg36@educastur.es::6a8d6163-bf0d-48bb-af51-4a0d9ec8e352" providerId="AD" clId="Web-{7D1A9B95-D120-BF3A-9748-957B1C843913}" dt="2025-10-31T09:18:54.534" v="13" actId="1076"/>
      <pc:docMkLst>
        <pc:docMk/>
      </pc:docMkLst>
      <pc:sldChg chg="addSp delSp modSp new">
        <pc:chgData name="Olai Díaz Gancedo" userId="S::olaidg36@educastur.es::6a8d6163-bf0d-48bb-af51-4a0d9ec8e352" providerId="AD" clId="Web-{7D1A9B95-D120-BF3A-9748-957B1C843913}" dt="2025-10-31T09:16:25.325" v="5" actId="1076"/>
        <pc:sldMkLst>
          <pc:docMk/>
          <pc:sldMk cId="400856316" sldId="259"/>
        </pc:sldMkLst>
        <pc:picChg chg="add mod ord">
          <ac:chgData name="Olai Díaz Gancedo" userId="S::olaidg36@educastur.es::6a8d6163-bf0d-48bb-af51-4a0d9ec8e352" providerId="AD" clId="Web-{7D1A9B95-D120-BF3A-9748-957B1C843913}" dt="2025-10-31T09:16:25.325" v="5" actId="1076"/>
          <ac:picMkLst>
            <pc:docMk/>
            <pc:sldMk cId="400856316" sldId="259"/>
            <ac:picMk id="4" creationId="{ECCB56CC-5944-1FF9-B186-5BB68FC0843B}"/>
          </ac:picMkLst>
        </pc:picChg>
      </pc:sldChg>
      <pc:sldChg chg="addSp delSp modSp new">
        <pc:chgData name="Olai Díaz Gancedo" userId="S::olaidg36@educastur.es::6a8d6163-bf0d-48bb-af51-4a0d9ec8e352" providerId="AD" clId="Web-{7D1A9B95-D120-BF3A-9748-957B1C843913}" dt="2025-10-31T09:16:58.639" v="9" actId="14100"/>
        <pc:sldMkLst>
          <pc:docMk/>
          <pc:sldMk cId="4120683300" sldId="260"/>
        </pc:sldMkLst>
        <pc:picChg chg="add mod ord">
          <ac:chgData name="Olai Díaz Gancedo" userId="S::olaidg36@educastur.es::6a8d6163-bf0d-48bb-af51-4a0d9ec8e352" providerId="AD" clId="Web-{7D1A9B95-D120-BF3A-9748-957B1C843913}" dt="2025-10-31T09:16:58.639" v="9" actId="14100"/>
          <ac:picMkLst>
            <pc:docMk/>
            <pc:sldMk cId="4120683300" sldId="260"/>
            <ac:picMk id="4" creationId="{D72D2A17-7FC8-9BB0-F796-9D27AF8E770E}"/>
          </ac:picMkLst>
        </pc:picChg>
      </pc:sldChg>
      <pc:sldChg chg="addSp delSp modSp new">
        <pc:chgData name="Olai Díaz Gancedo" userId="S::olaidg36@educastur.es::6a8d6163-bf0d-48bb-af51-4a0d9ec8e352" providerId="AD" clId="Web-{7D1A9B95-D120-BF3A-9748-957B1C843913}" dt="2025-10-31T09:18:54.534" v="13" actId="1076"/>
        <pc:sldMkLst>
          <pc:docMk/>
          <pc:sldMk cId="3501925335" sldId="261"/>
        </pc:sldMkLst>
        <pc:picChg chg="add mod ord">
          <ac:chgData name="Olai Díaz Gancedo" userId="S::olaidg36@educastur.es::6a8d6163-bf0d-48bb-af51-4a0d9ec8e352" providerId="AD" clId="Web-{7D1A9B95-D120-BF3A-9748-957B1C843913}" dt="2025-10-31T09:18:54.534" v="13" actId="1076"/>
          <ac:picMkLst>
            <pc:docMk/>
            <pc:sldMk cId="3501925335" sldId="261"/>
            <ac:picMk id="4" creationId="{4D6BA0B1-38F6-03EB-BBA3-9F0CB46D7E4F}"/>
          </ac:picMkLst>
        </pc:picChg>
      </pc:sldChg>
    </pc:docChg>
  </pc:docChgLst>
  <pc:docChgLst>
    <pc:chgData name="Olai Díaz Gancedo" userId="S::olaidg36@educastur.es::6a8d6163-bf0d-48bb-af51-4a0d9ec8e352" providerId="AD" clId="Web-{AAD323B4-1FBE-6F95-4A2B-A9A2A8E95015}"/>
    <pc:docChg chg="addSld modSld">
      <pc:chgData name="Olai Díaz Gancedo" userId="S::olaidg36@educastur.es::6a8d6163-bf0d-48bb-af51-4a0d9ec8e352" providerId="AD" clId="Web-{AAD323B4-1FBE-6F95-4A2B-A9A2A8E95015}" dt="2025-11-07T09:17:24.908" v="212" actId="1076"/>
      <pc:docMkLst>
        <pc:docMk/>
      </pc:docMkLst>
      <pc:sldChg chg="addSp delSp modSp">
        <pc:chgData name="Olai Díaz Gancedo" userId="S::olaidg36@educastur.es::6a8d6163-bf0d-48bb-af51-4a0d9ec8e352" providerId="AD" clId="Web-{AAD323B4-1FBE-6F95-4A2B-A9A2A8E95015}" dt="2025-11-07T09:01:20.534" v="138" actId="20577"/>
        <pc:sldMkLst>
          <pc:docMk/>
          <pc:sldMk cId="3501925335" sldId="261"/>
        </pc:sldMkLst>
        <pc:spChg chg="del">
          <ac:chgData name="Olai Díaz Gancedo" userId="S::olaidg36@educastur.es::6a8d6163-bf0d-48bb-af51-4a0d9ec8e352" providerId="AD" clId="Web-{AAD323B4-1FBE-6F95-4A2B-A9A2A8E95015}" dt="2025-11-07T08:57:08.324" v="25"/>
          <ac:spMkLst>
            <pc:docMk/>
            <pc:sldMk cId="3501925335" sldId="261"/>
            <ac:spMk id="2" creationId="{C465854B-67F5-E842-EA18-11FD285E19D5}"/>
          </ac:spMkLst>
        </pc:spChg>
        <pc:spChg chg="add mod">
          <ac:chgData name="Olai Díaz Gancedo" userId="S::olaidg36@educastur.es::6a8d6163-bf0d-48bb-af51-4a0d9ec8e352" providerId="AD" clId="Web-{AAD323B4-1FBE-6F95-4A2B-A9A2A8E95015}" dt="2025-11-07T09:01:20.534" v="138" actId="20577"/>
          <ac:spMkLst>
            <pc:docMk/>
            <pc:sldMk cId="3501925335" sldId="261"/>
            <ac:spMk id="3" creationId="{F0DE721D-E414-A513-2458-A4BF4E430B76}"/>
          </ac:spMkLst>
        </pc:spChg>
      </pc:sldChg>
      <pc:sldChg chg="modSp new">
        <pc:chgData name="Olai Díaz Gancedo" userId="S::olaidg36@educastur.es::6a8d6163-bf0d-48bb-af51-4a0d9ec8e352" providerId="AD" clId="Web-{AAD323B4-1FBE-6F95-4A2B-A9A2A8E95015}" dt="2025-11-07T09:17:03.783" v="208" actId="20577"/>
        <pc:sldMkLst>
          <pc:docMk/>
          <pc:sldMk cId="624941531" sldId="262"/>
        </pc:sldMkLst>
        <pc:spChg chg="mod">
          <ac:chgData name="Olai Díaz Gancedo" userId="S::olaidg36@educastur.es::6a8d6163-bf0d-48bb-af51-4a0d9ec8e352" providerId="AD" clId="Web-{AAD323B4-1FBE-6F95-4A2B-A9A2A8E95015}" dt="2025-11-07T09:17:03.783" v="208" actId="20577"/>
          <ac:spMkLst>
            <pc:docMk/>
            <pc:sldMk cId="624941531" sldId="262"/>
            <ac:spMk id="3" creationId="{EC828295-41E3-FD38-875D-57618FE92E66}"/>
          </ac:spMkLst>
        </pc:spChg>
      </pc:sldChg>
      <pc:sldChg chg="addSp delSp modSp new mod setBg">
        <pc:chgData name="Olai Díaz Gancedo" userId="S::olaidg36@educastur.es::6a8d6163-bf0d-48bb-af51-4a0d9ec8e352" providerId="AD" clId="Web-{AAD323B4-1FBE-6F95-4A2B-A9A2A8E95015}" dt="2025-11-07T09:17:24.908" v="212" actId="1076"/>
        <pc:sldMkLst>
          <pc:docMk/>
          <pc:sldMk cId="1282179519" sldId="263"/>
        </pc:sldMkLst>
        <pc:spChg chg="del">
          <ac:chgData name="Olai Díaz Gancedo" userId="S::olaidg36@educastur.es::6a8d6163-bf0d-48bb-af51-4a0d9ec8e352" providerId="AD" clId="Web-{AAD323B4-1FBE-6F95-4A2B-A9A2A8E95015}" dt="2025-11-07T09:14:53.844" v="141"/>
          <ac:spMkLst>
            <pc:docMk/>
            <pc:sldMk cId="1282179519" sldId="263"/>
            <ac:spMk id="3" creationId="{3A250268-ECDF-0BC1-1F22-B81BB6DFBEDD}"/>
          </ac:spMkLst>
        </pc:spChg>
        <pc:picChg chg="add mod ord">
          <ac:chgData name="Olai Díaz Gancedo" userId="S::olaidg36@educastur.es::6a8d6163-bf0d-48bb-af51-4a0d9ec8e352" providerId="AD" clId="Web-{AAD323B4-1FBE-6F95-4A2B-A9A2A8E95015}" dt="2025-11-07T09:17:24.908" v="212" actId="1076"/>
          <ac:picMkLst>
            <pc:docMk/>
            <pc:sldMk cId="1282179519" sldId="263"/>
            <ac:picMk id="4" creationId="{0F0EEE7E-394B-18D1-0052-6F8B392B5E04}"/>
          </ac:picMkLst>
        </pc:picChg>
      </pc:sldChg>
    </pc:docChg>
  </pc:docChgLst>
  <pc:docChgLst>
    <pc:chgData name="Olai Díaz Gancedo" userId="S::olaidg36@educastur.es::6a8d6163-bf0d-48bb-af51-4a0d9ec8e352" providerId="AD" clId="Web-{CBB1B255-CACC-AC27-EEE7-30CEC82B03DB}"/>
    <pc:docChg chg="addSld delSld modSld">
      <pc:chgData name="Olai Díaz Gancedo" userId="S::olaidg36@educastur.es::6a8d6163-bf0d-48bb-af51-4a0d9ec8e352" providerId="AD" clId="Web-{CBB1B255-CACC-AC27-EEE7-30CEC82B03DB}" dt="2025-10-27T12:30:46.393" v="497"/>
      <pc:docMkLst>
        <pc:docMk/>
      </pc:docMkLst>
      <pc:sldChg chg="addSp modSp mod setBg">
        <pc:chgData name="Olai Díaz Gancedo" userId="S::olaidg36@educastur.es::6a8d6163-bf0d-48bb-af51-4a0d9ec8e352" providerId="AD" clId="Web-{CBB1B255-CACC-AC27-EEE7-30CEC82B03DB}" dt="2025-10-27T12:24:32.781" v="489"/>
        <pc:sldMkLst>
          <pc:docMk/>
          <pc:sldMk cId="2406273178" sldId="256"/>
        </pc:sldMkLst>
        <pc:picChg chg="add mod">
          <ac:chgData name="Olai Díaz Gancedo" userId="S::olaidg36@educastur.es::6a8d6163-bf0d-48bb-af51-4a0d9ec8e352" providerId="AD" clId="Web-{CBB1B255-CACC-AC27-EEE7-30CEC82B03DB}" dt="2025-10-27T12:17:24.944" v="3" actId="14100"/>
          <ac:picMkLst>
            <pc:docMk/>
            <pc:sldMk cId="2406273178" sldId="256"/>
            <ac:picMk id="4" creationId="{DE115864-4D67-B00D-0673-85D244BCD707}"/>
          </ac:picMkLst>
        </pc:picChg>
      </pc:sldChg>
      <pc:sldChg chg="addSp delSp modSp new">
        <pc:chgData name="Olai Díaz Gancedo" userId="S::olaidg36@educastur.es::6a8d6163-bf0d-48bb-af51-4a0d9ec8e352" providerId="AD" clId="Web-{CBB1B255-CACC-AC27-EEE7-30CEC82B03DB}" dt="2025-10-27T12:24:23.266" v="487"/>
        <pc:sldMkLst>
          <pc:docMk/>
          <pc:sldMk cId="2799087852" sldId="257"/>
        </pc:sldMkLst>
        <pc:graphicFrameChg chg="add mod ord modGraphic">
          <ac:chgData name="Olai Díaz Gancedo" userId="S::olaidg36@educastur.es::6a8d6163-bf0d-48bb-af51-4a0d9ec8e352" providerId="AD" clId="Web-{CBB1B255-CACC-AC27-EEE7-30CEC82B03DB}" dt="2025-10-27T12:24:23.266" v="487"/>
          <ac:graphicFrameMkLst>
            <pc:docMk/>
            <pc:sldMk cId="2799087852" sldId="257"/>
            <ac:graphicFrameMk id="4" creationId="{25902997-1D51-2064-79FD-424608BC4CA4}"/>
          </ac:graphicFrameMkLst>
        </pc:graphicFrameChg>
      </pc:sldChg>
      <pc:sldChg chg="addSp delSp modSp new mod setBg">
        <pc:chgData name="Olai Díaz Gancedo" userId="S::olaidg36@educastur.es::6a8d6163-bf0d-48bb-af51-4a0d9ec8e352" providerId="AD" clId="Web-{CBB1B255-CACC-AC27-EEE7-30CEC82B03DB}" dt="2025-10-27T12:30:46.393" v="497"/>
        <pc:sldMkLst>
          <pc:docMk/>
          <pc:sldMk cId="80978743" sldId="258"/>
        </pc:sldMkLst>
        <pc:picChg chg="add mod ord">
          <ac:chgData name="Olai Díaz Gancedo" userId="S::olaidg36@educastur.es::6a8d6163-bf0d-48bb-af51-4a0d9ec8e352" providerId="AD" clId="Web-{CBB1B255-CACC-AC27-EEE7-30CEC82B03DB}" dt="2025-10-27T12:29:57.734" v="496" actId="1076"/>
          <ac:picMkLst>
            <pc:docMk/>
            <pc:sldMk cId="80978743" sldId="258"/>
            <ac:picMk id="7" creationId="{E5FDE3D2-6C09-8890-8EEF-1DE6D9C960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DE115864-4D67-B00D-0673-85D244BC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2" y="244685"/>
            <a:ext cx="4440087" cy="64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843D6-16F8-8FF6-6AEA-164EDD32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5902997-1D51-2064-79FD-424608BC4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771213"/>
              </p:ext>
            </p:extLst>
          </p:nvPr>
        </p:nvGraphicFramePr>
        <p:xfrm>
          <a:off x="838200" y="1825625"/>
          <a:ext cx="105156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93827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56580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95024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9551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1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Tipo de archivo</a:t>
                      </a:r>
                      <a:endParaRPr lang="es-E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Extensión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Programa habitual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Descripción breve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1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Texto con 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96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Hoja de cálculo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Datos y fórmulas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42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Imagen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.</a:t>
                      </a:r>
                      <a:r>
                        <a:rPr lang="es-ES" dirty="0" err="1"/>
                        <a:t>jpg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Visor de fotos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Imagen comprimida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63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Texto plano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.</a:t>
                      </a:r>
                      <a:r>
                        <a:rPr lang="es-ES" err="1"/>
                        <a:t>txt</a:t>
                      </a:r>
                      <a:endParaRPr lang="es-E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Bloc de notas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Texto sin 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4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Página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.</a:t>
                      </a:r>
                      <a:r>
                        <a:rPr lang="es-ES" dirty="0" err="1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Navegador/</a:t>
                      </a:r>
                      <a:r>
                        <a:rPr lang="es-ES" dirty="0" err="1"/>
                        <a:t>VSCode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Código web básico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20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.mp3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Reproductor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Sonido digital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68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08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46662-7F30-8D38-492A-C623D29F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E5FDE3D2-6C09-8890-8EEF-1DE6D9C96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623" y="563669"/>
            <a:ext cx="8097963" cy="57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8BFDA-ABD2-CFE3-F0BD-23C3A898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 descr="Texto&#10;&#10;El contenido generado por IA puede ser incorrecto.">
            <a:extLst>
              <a:ext uri="{FF2B5EF4-FFF2-40B4-BE49-F238E27FC236}">
                <a16:creationId xmlns:a16="http://schemas.microsoft.com/office/drawing/2014/main" id="{ECCB56CC-5944-1FF9-B186-5BB68FC08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" y="-14676"/>
            <a:ext cx="6837222" cy="68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D15BD-0586-07F6-77FA-62435852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 descr="Texto&#10;&#10;El contenido generado por IA puede ser incorrecto.">
            <a:extLst>
              <a:ext uri="{FF2B5EF4-FFF2-40B4-BE49-F238E27FC236}">
                <a16:creationId xmlns:a16="http://schemas.microsoft.com/office/drawing/2014/main" id="{D72D2A17-7FC8-9BB0-F796-9D27AF8E7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06" y="-5633"/>
            <a:ext cx="6087321" cy="688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Texto&#10;&#10;El contenido generado por IA puede ser incorrecto.">
            <a:extLst>
              <a:ext uri="{FF2B5EF4-FFF2-40B4-BE49-F238E27FC236}">
                <a16:creationId xmlns:a16="http://schemas.microsoft.com/office/drawing/2014/main" id="{4D6BA0B1-38F6-03EB-BBA3-9F0CB46D7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754" y="531664"/>
            <a:ext cx="4378115" cy="578907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0DE721D-E414-A513-2458-A4BF4E430B76}"/>
              </a:ext>
            </a:extLst>
          </p:cNvPr>
          <p:cNvSpPr txBox="1"/>
          <p:nvPr/>
        </p:nvSpPr>
        <p:spPr>
          <a:xfrm>
            <a:off x="5515897" y="527727"/>
            <a:ext cx="5275384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solidFill>
                  <a:srgbClr val="1D2125"/>
                </a:solidFill>
                <a:ea typeface="+mn-lt"/>
                <a:cs typeface="+mn-lt"/>
              </a:rPr>
              <a:t>¿Qué tipo de archivos sueles encontrar en “Descargas”?</a:t>
            </a:r>
            <a:endParaRPr lang="es-ES" sz="20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s-ES" sz="2000" dirty="0">
                <a:ea typeface="+mn-lt"/>
                <a:cs typeface="+mn-lt"/>
              </a:rPr>
              <a:t>Se encuentran archivos de todo tipo, desde archivos como </a:t>
            </a:r>
            <a:r>
              <a:rPr lang="es-ES" sz="2000" dirty="0" err="1">
                <a:ea typeface="+mn-lt"/>
                <a:cs typeface="+mn-lt"/>
              </a:rPr>
              <a:t>words</a:t>
            </a:r>
            <a:r>
              <a:rPr lang="es-ES" sz="2000" dirty="0">
                <a:ea typeface="+mn-lt"/>
                <a:cs typeface="+mn-lt"/>
              </a:rPr>
              <a:t> o </a:t>
            </a:r>
            <a:r>
              <a:rPr lang="es-ES" sz="2000" dirty="0" err="1">
                <a:ea typeface="+mn-lt"/>
                <a:cs typeface="+mn-lt"/>
              </a:rPr>
              <a:t>powerpoints</a:t>
            </a:r>
            <a:r>
              <a:rPr lang="es-ES" sz="2000" dirty="0">
                <a:ea typeface="+mn-lt"/>
                <a:cs typeface="+mn-lt"/>
              </a:rPr>
              <a:t>, hasta imágenes y vídeos.</a:t>
            </a:r>
            <a:br>
              <a:rPr lang="es-ES" sz="2000" dirty="0">
                <a:ea typeface="+mn-lt"/>
                <a:cs typeface="+mn-lt"/>
              </a:rPr>
            </a:br>
            <a:r>
              <a:rPr lang="es-ES" sz="2000" dirty="0">
                <a:solidFill>
                  <a:srgbClr val="1D2125"/>
                </a:solidFill>
                <a:ea typeface="+mn-lt"/>
                <a:cs typeface="+mn-lt"/>
              </a:rPr>
              <a:t>¿Por qué crees que conviene organizar esta carpeta periódicamente?</a:t>
            </a:r>
          </a:p>
          <a:p>
            <a:r>
              <a:rPr lang="es-ES" sz="2000" dirty="0">
                <a:solidFill>
                  <a:srgbClr val="1D2125"/>
                </a:solidFill>
              </a:rPr>
              <a:t>Conviene porque si no tienes organizados los archivos de tu ordenador puedes tardar mucho en encontrarlos o incluso perderlos.</a:t>
            </a:r>
          </a:p>
        </p:txBody>
      </p:sp>
    </p:spTree>
    <p:extLst>
      <p:ext uri="{BB962C8B-B14F-4D97-AF65-F5344CB8AC3E}">
        <p14:creationId xmlns:p14="http://schemas.microsoft.com/office/powerpoint/2010/main" val="3501925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C3790-350B-795A-B11D-5AC8EA46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828295-41E3-FD38-875D-57618FE9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rgbClr val="1D2125"/>
                </a:solidFill>
                <a:ea typeface="+mn-lt"/>
                <a:cs typeface="+mn-lt"/>
              </a:rPr>
              <a:t>¿Qué diferencia hay entre las siguientes rutas?</a:t>
            </a:r>
            <a:endParaRPr lang="es-ES" sz="3200" b="1" dirty="0"/>
          </a:p>
          <a:p>
            <a:pPr marL="0" indent="0">
              <a:buNone/>
            </a:pPr>
            <a:r>
              <a:rPr lang="es-ES" sz="3200" b="1" dirty="0">
                <a:solidFill>
                  <a:srgbClr val="1D2125"/>
                </a:solidFill>
                <a:latin typeface="Consolas"/>
              </a:rPr>
              <a:t>C:\Users\TuNombre\Downloads\archivo1.txt
C:\Users\TuNombre\Desktop\archivo2.txt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1D2125"/>
                </a:solidFill>
                <a:latin typeface="Calibri"/>
                <a:ea typeface="Calibri"/>
                <a:cs typeface="Calibri"/>
              </a:rPr>
              <a:t>En la primera ruta el archivo está guardado en descargas mientras que la segunda está guardada en el escritorio.</a:t>
            </a:r>
          </a:p>
        </p:txBody>
      </p:sp>
    </p:spTree>
    <p:extLst>
      <p:ext uri="{BB962C8B-B14F-4D97-AF65-F5344CB8AC3E}">
        <p14:creationId xmlns:p14="http://schemas.microsoft.com/office/powerpoint/2010/main" val="62494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E24C2-4AE0-8185-2E3F-00DF55E4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F0EEE7E-394B-18D1-0052-6F8B392B5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65" y="546177"/>
            <a:ext cx="11779659" cy="576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79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118</cp:revision>
  <dcterms:created xsi:type="dcterms:W3CDTF">2025-10-27T12:15:19Z</dcterms:created>
  <dcterms:modified xsi:type="dcterms:W3CDTF">2025-11-07T09:17:29Z</dcterms:modified>
</cp:coreProperties>
</file>